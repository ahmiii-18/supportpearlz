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911" y="1115568"/>
            <a:ext cx="310896" cy="310896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4" name="Shape 2"/>
          <p:cNvSpPr/>
          <p:nvPr/>
        </p:nvSpPr>
        <p:spPr>
          <a:xfrm>
            <a:off x="10456727" y="1682496"/>
            <a:ext cx="310896" cy="310896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5" name="Shape 3"/>
          <p:cNvSpPr/>
          <p:nvPr/>
        </p:nvSpPr>
        <p:spPr>
          <a:xfrm>
            <a:off x="10181898" y="224942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9744408" y="2816352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7" name="Shape 5"/>
          <p:cNvSpPr/>
          <p:nvPr/>
        </p:nvSpPr>
        <p:spPr>
          <a:xfrm>
            <a:off x="9475341" y="3383280"/>
            <a:ext cx="310896" cy="310896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8" name="Shape 6"/>
          <p:cNvSpPr/>
          <p:nvPr/>
        </p:nvSpPr>
        <p:spPr>
          <a:xfrm>
            <a:off x="9578321" y="3950208"/>
            <a:ext cx="310896" cy="310896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9" name="Shape 7"/>
          <p:cNvSpPr/>
          <p:nvPr/>
        </p:nvSpPr>
        <p:spPr>
          <a:xfrm>
            <a:off x="9975416" y="4517136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10366111" y="5084064"/>
            <a:ext cx="310896" cy="310896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1" name="Shape 9"/>
          <p:cNvSpPr/>
          <p:nvPr/>
        </p:nvSpPr>
        <p:spPr>
          <a:xfrm>
            <a:off x="10454737" y="5650992"/>
            <a:ext cx="310896" cy="310896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548640"/>
            <a:ext cx="201168" cy="201168"/>
          </a:xfrm>
          <a:prstGeom prst="ellipse">
            <a:avLst/>
          </a:prstGeom>
          <a:solidFill>
            <a:srgbClr val="1E4258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73009" y="1115568"/>
            <a:ext cx="201168" cy="20116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77193" y="1682496"/>
            <a:ext cx="201168" cy="201168"/>
          </a:xfrm>
          <a:prstGeom prst="ellipse">
            <a:avLst/>
          </a:prstGeom>
          <a:solidFill>
            <a:srgbClr val="2E7D6B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52022" y="2249424"/>
            <a:ext cx="201168" cy="201168"/>
          </a:xfrm>
          <a:prstGeom prst="ellipse">
            <a:avLst/>
          </a:prstGeom>
          <a:solidFill>
            <a:srgbClr val="3B7A8C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89512" y="2816352"/>
            <a:ext cx="201168" cy="201168"/>
          </a:xfrm>
          <a:prstGeom prst="ellipse">
            <a:avLst/>
          </a:prstGeom>
          <a:solidFill>
            <a:srgbClr val="1E4258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58579" y="3383280"/>
            <a:ext cx="201168" cy="20116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355599" y="3950208"/>
            <a:ext cx="201168" cy="201168"/>
          </a:xfrm>
          <a:prstGeom prst="ellipse">
            <a:avLst/>
          </a:prstGeom>
          <a:solidFill>
            <a:srgbClr val="2E7D6B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58504" y="4517136"/>
            <a:ext cx="201168" cy="201168"/>
          </a:xfrm>
          <a:prstGeom prst="ellipse">
            <a:avLst/>
          </a:prstGeom>
          <a:solidFill>
            <a:srgbClr val="3B7A8C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67809" y="5084064"/>
            <a:ext cx="201168" cy="201168"/>
          </a:xfrm>
          <a:prstGeom prst="ellipse">
            <a:avLst/>
          </a:prstGeom>
          <a:solidFill>
            <a:srgbClr val="1E425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79183" y="5650992"/>
            <a:ext cx="201168" cy="20116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AGENT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2860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SupportPearlz AI</a:t>
            </a:r>
            <a:endParaRPr lang="en-US" sz="5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611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3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grounded, document-backed support assistant for Pearlz Home Systems — answers that cite their source, never a guess.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Pearlz Home Systems (Pvt.) Ltd.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SupportPearlz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is a chat assistant that answers customer questions using only Pearlz's own manuals, policies, and pricing sheets — grounding every reply in real documentation instead of guesswork.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1234440" y="28437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real documents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17296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drawn from warranty policy, manuals, pricing, and troubleshooting guides.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234440" y="38039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doesn't know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3308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relevant is found, it says so instead of inventing an answer.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84048" cy="384048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234440" y="47640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conversation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9320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build on what's already been asked and answered.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1325880"/>
            <a:ext cx="4983480" cy="4800600"/>
          </a:xfrm>
          <a:prstGeom prst="roundRect">
            <a:avLst>
              <a:gd name="adj" fmla="val 2667"/>
            </a:avLst>
          </a:prstGeom>
          <a:solidFill>
            <a:srgbClr val="F1F4F5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exchange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214884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42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2148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covered under the Pearlz warranty policy?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292608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92608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Pearlz Home Systems are covered for 24 months against manufacturing defects, including free part replacement and one no-cost service visit...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48056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E7EEEC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4480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warranty_policy.md  |  Confidence: High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2280" y="516636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DEDE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95160" y="51663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back to the exact document it came from.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SupportPearlz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chatbots tend to fail in one of two ways. SupportPearlz AI is built to avoid both.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1F4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AA1A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and confident, but free to invent policy details, prices, or steps that were never actually written down.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1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AA1A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FAQ pages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but customers must search and read — no direct answer to their specific situation.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0F1E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657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like a chatbot, grounded like a FAQ page — and honest when the documentation has no answer.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keep answers accurate, transparent, and easy to follow.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4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Gated, grounded answers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relevance check filters out weak matches, so replies only draw on documents that are genuinely on-topic.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315200" y="21671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 &amp; confidence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346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names the document it came from and a confidence level, so trust is never blind.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72000"/>
            <a:ext cx="566928" cy="566928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691640" y="45902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knowledge base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57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warranty policies, manuals, pricing sheets, and troubleshooting guides across PDF, DOCX, CSV, and Markdown.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4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15200" y="45902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are understood in context, without repeating the full question each time.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everyday questions that come up around Pearlz Home Systems products.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2F"/>
          </a:solidFill>
          <a:ln w="12700">
            <a:solidFill>
              <a:srgbClr val="2C3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E42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warranty coverage, pricing plans, or what a specific device feature does.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2F"/>
          </a:solidFill>
          <a:ln w="12700">
            <a:solidFill>
              <a:srgbClr val="2C3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E7D6B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step-by-step setup guidance straight from the official installation manual.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2F"/>
          </a:solidFill>
          <a:ln w="12700">
            <a:solidFill>
              <a:srgbClr val="2C3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3B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Troubleshooters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problem — an unresponsive device, a connection drop — and get the documented fix.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2148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8262F"/>
          </a:solidFill>
          <a:ln w="12700">
            <a:solidFill>
              <a:srgbClr val="2C3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repetitive tickets by letting customers self-serve grounded, sourced answers first.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Conversation 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typed question to a sourced, trustworthy answer — in four moments.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1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542032"/>
            <a:ext cx="548640" cy="548640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it, or tap one of the suggested questions in the sidebar.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7288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1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30268" y="2542032"/>
            <a:ext cx="548640" cy="54864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12" name="Text 10"/>
          <p:cNvSpPr/>
          <p:nvPr/>
        </p:nvSpPr>
        <p:spPr>
          <a:xfrm>
            <a:off x="4430268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searched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is scanned for the most relevant passages.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61888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1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7476" y="2542032"/>
            <a:ext cx="548640" cy="548640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7237476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is checked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unrelated matches are filtered out before an answer is built.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69096" y="310896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1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4684" y="254203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4684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reply appears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37947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written from what was found, with its source and confidence shown.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DEDE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in the documentation meets the relevance bar, the assistant says so — instead of guessing.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Experience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focused chat interface built for quick, confident answers.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E425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suggested questions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31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asks — warranty, pricing, install, troubleshooting — sit in the sidebar, ready to tap.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sourcing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its source document and a confidence label alongside the reply.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3B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Resettable memory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sidebar control clears the conversation and starts fresh at any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on-topic tone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12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speaks as Pearlz Home Systems support — not a generic AI persona.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057400"/>
            <a:ext cx="4983480" cy="4160520"/>
          </a:xfrm>
          <a:prstGeom prst="roundRect">
            <a:avLst>
              <a:gd name="adj" fmla="val 2637"/>
            </a:avLst>
          </a:prstGeom>
          <a:solidFill>
            <a:srgbClr val="F1F4F5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2057400"/>
            <a:ext cx="1737360" cy="4160520"/>
          </a:xfrm>
          <a:prstGeom prst="rect">
            <a:avLst/>
          </a:prstGeom>
          <a:solidFill>
            <a:srgbClr val="E7ECEE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86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CONTROLS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26517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7CF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Chat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20840" y="32004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20840" y="35204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CF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35204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policy?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20840" y="4032504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CF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03250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prices?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20840" y="454456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CF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454456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steps?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503920" y="233172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1E42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23317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install my device?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732520" y="306324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2E7D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69680" y="30632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base unit, connect power, then hold the pair button for 5 seconds until the light turns blue...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732520" y="457200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E7EEEC"/>
          </a:solidFill>
          <a:ln/>
        </p:spPr>
      </p:sp>
      <p:sp>
        <p:nvSpPr>
          <p:cNvPr id="37" name="Text 35"/>
          <p:cNvSpPr/>
          <p:nvPr/>
        </p:nvSpPr>
        <p:spPr>
          <a:xfrm>
            <a:off x="882396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product_manual.pdf | High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suggested questions built into the sidebar — a good first tour of what it can 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4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425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coverage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covered under the Pearlz warranty policy?”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6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available plans and prices?”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help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install my Pearlz Home System?”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4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720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steps should I follow if my device stops responding?”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DEDE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supportpearlz-ai.streamlit.app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" cy="274320"/>
          </a:xfrm>
          <a:prstGeom prst="ellipse">
            <a:avLst/>
          </a:prstGeom>
          <a:solidFill>
            <a:srgbClr val="1E4258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5150" y="1115568"/>
            <a:ext cx="274320" cy="274320"/>
          </a:xfrm>
          <a:prstGeom prst="ellipse">
            <a:avLst/>
          </a:prstGeom>
          <a:solidFill>
            <a:srgbClr val="3B7A8C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4835" y="1773936"/>
            <a:ext cx="274320" cy="274320"/>
          </a:xfrm>
          <a:prstGeom prst="ellipse">
            <a:avLst/>
          </a:prstGeom>
          <a:solidFill>
            <a:srgbClr val="2E7D6B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4958" y="2432304"/>
            <a:ext cx="274320" cy="274320"/>
          </a:xfrm>
          <a:prstGeom prst="ellipse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6784" y="3090672"/>
            <a:ext cx="274320" cy="274320"/>
          </a:xfrm>
          <a:prstGeom prst="ellipse">
            <a:avLst/>
          </a:prstGeom>
          <a:solidFill>
            <a:srgbClr val="1E4258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91099" y="3749040"/>
            <a:ext cx="274320" cy="274320"/>
          </a:xfrm>
          <a:prstGeom prst="ellipse">
            <a:avLst/>
          </a:prstGeom>
          <a:solidFill>
            <a:srgbClr val="3B7A8C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994" y="4407408"/>
            <a:ext cx="274320" cy="274320"/>
          </a:xfrm>
          <a:prstGeom prst="ellipse">
            <a:avLst/>
          </a:prstGeom>
          <a:solidFill>
            <a:srgbClr val="2E7D6B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4790" y="5065776"/>
            <a:ext cx="274320" cy="274320"/>
          </a:xfrm>
          <a:prstGeom prst="ellipse">
            <a:avLst/>
          </a:prstGeom>
          <a:solidFill>
            <a:srgbClr val="C9A227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246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— support answers you can trust, because they come from documents you already trust.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65960" y="420624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18262F"/>
          </a:solidFill>
          <a:ln w="15875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206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supportpearlz-ai.streamlit.app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Pearlz Home Systems (Pvt.) Ltd.  ·  Licensed under 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2026-09-06T03:06:16Z</dcterms:created>
  <dcterms:modified xsi:type="dcterms:W3CDTF">2026-09-06T03:06:16Z</dcterms:modified>
</cp:coreProperties>
</file>